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5" d="100"/>
          <a:sy n="65" d="100"/>
        </p:scale>
        <p:origin x="73" y="6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9/12/2026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9/12/2026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9/12/2026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9/12/2026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9/12/2026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9/12/2026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9/12/2026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9/12/2026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9/12/2026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9/12/2026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9/12/2026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71A0F-AD3E-3998-6079-4D76058104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7701" y="1454964"/>
            <a:ext cx="6837650" cy="3308840"/>
          </a:xfrm>
        </p:spPr>
        <p:txBody>
          <a:bodyPr>
            <a:normAutofit/>
          </a:bodyPr>
          <a:lstStyle/>
          <a:p>
            <a:r>
              <a:rPr lang="en-US" sz="6700" b="1"/>
              <a:t>Mobile Network Performance in France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78CE50-17C1-A898-C0AE-BF54F32A34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7701" y="4763803"/>
            <a:ext cx="6837650" cy="1464378"/>
          </a:xfrm>
        </p:spPr>
        <p:txBody>
          <a:bodyPr>
            <a:normAutofit/>
          </a:bodyPr>
          <a:lstStyle/>
          <a:p>
            <a:endParaRPr lang="en-US"/>
          </a:p>
        </p:txBody>
      </p:sp>
      <p:pic>
        <p:nvPicPr>
          <p:cNvPr id="5" name="Picture 4" descr="Cell towers">
            <a:extLst>
              <a:ext uri="{FF2B5EF4-FFF2-40B4-BE49-F238E27FC236}">
                <a16:creationId xmlns:a16="http://schemas.microsoft.com/office/drawing/2014/main" id="{F19B2EB2-D9F6-20A0-07A2-AB5FFCBA7A5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0494" r="-1" b="-1"/>
          <a:stretch>
            <a:fillRect/>
          </a:stretch>
        </p:blipFill>
        <p:spPr>
          <a:xfrm>
            <a:off x="8133050" y="10"/>
            <a:ext cx="4058950" cy="6857990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252FB517-FF87-4FC2-ACB8-95ECAD68BD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0647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897808-0148-A72C-9BE3-74E4E592A8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E64786-B4DA-8552-8316-646BF33CB0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1972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8A073D-DA10-1EF1-EDEC-253F1E9D0E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F6B34D-9E3D-6C35-CDB4-409923430A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944149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BACC050B-8757-4460-95D8-E37B46A6B42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5</TotalTime>
  <Words>5</Words>
  <Application>Microsoft Office PowerPoint</Application>
  <PresentationFormat>Widescreen</PresentationFormat>
  <Paragraphs>1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Century Gothic</vt:lpstr>
      <vt:lpstr>Wingdings 3</vt:lpstr>
      <vt:lpstr>Ion</vt:lpstr>
      <vt:lpstr>Mobile Network Performance in France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Zidène Ourdache</dc:creator>
  <cp:lastModifiedBy>Zidène Ourdache</cp:lastModifiedBy>
  <cp:revision>2</cp:revision>
  <dcterms:created xsi:type="dcterms:W3CDTF">2026-09-12T15:28:50Z</dcterms:created>
  <dcterms:modified xsi:type="dcterms:W3CDTF">2026-09-12T15:34:30Z</dcterms:modified>
</cp:coreProperties>
</file>